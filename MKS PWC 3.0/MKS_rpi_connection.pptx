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852E-6BEB-C09A-4BAC-74DDB9D22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74196-A6E0-BCC7-E46D-B3F2A6B27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7673A-E2B1-9A7E-1230-29B75720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4A7B4-DC39-14FF-1C89-423BCB75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241CA-4F65-50FA-3E6B-B3D5D74E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6721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6F42-D38C-F6E4-BEE8-7F9364C97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72B3B-5FB6-BDEF-E506-7F1C1D379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DFF17-916C-49A5-5524-2D616A18B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B5776-012B-5F1F-6805-692C951F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0110-19B8-F467-34D1-E62CC4D3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16927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994A-6CF4-E595-D7C0-68DB343E3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48158-018A-4589-F00D-70C7BEC0C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ED85A-5F0A-4D8B-3983-51ABB9196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0F5CE-9594-7F16-4841-F4AFB8DD9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86674-0B14-010A-AE96-C4111A06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68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F708-3EEE-4C84-9167-14A6BABB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14288-EC98-0517-35E2-7EA4AC6BD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64708-122C-DFC7-9CA2-A1B0413DE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7F84F-3014-BE6D-7B23-EB0C7390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AB1BC-BCAA-B0C6-3E64-D17C6465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9D67E-614F-DD5C-E46B-5AE27C23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0053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BE44-E968-51FD-2CB2-DF086E762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D3511-8659-758C-26A3-6125603D5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542F0-E49C-72BE-1726-FC6958CB3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D8707-CBD5-3270-497D-44F7F2EEF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F94F2-2D2A-3B4C-7B62-54B420F97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AF394-BF4A-B7C8-7B9D-4A4EF126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B54C8-9AED-7A96-4D2A-E8311C1C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A9B77-0BC1-146D-1E2C-41D84533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717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567C-6F63-B137-BB8B-C834EE3D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DDB38-0DAD-34A2-D9EF-ECB83CEA6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FB0F5-9C79-38F7-EFA0-9A3D0EC4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DA097-AFE5-C921-6A20-D8791C40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0110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B7ECF-E38E-4F36-5D36-21014D98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0FCB2-B375-F95A-E71F-F707D68D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8F4E0-B0F4-877A-5AFF-56BA5888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484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04D9-D8E4-5E9A-22F9-7822BD28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C466-7DEE-5D29-E631-AC4187DBC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674E2-64AD-F0C9-BA2C-672125400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C7898-4998-74DA-0DAA-BEEF0D3D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4F989-D2A4-8432-C75C-B9A66FAE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E4BAC-34A1-61F7-F7AD-E91EA0F8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1733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2773-5C4E-C51A-EA20-EF97AFB0F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4772D-778A-3463-4415-85D654109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01361-58EE-50F5-686C-4C56CA2B5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C116D-4BE9-CC85-73B5-49D6D1B0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DAF17-D544-1D80-C158-62C6BF6B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A72E8-52EB-214C-9E4B-CE14F604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1523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4729-A5F5-77F5-6B71-7FBAD0281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2FE99-9AE0-AD15-FB8E-808631B1E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BA07E-FA97-2591-A367-67068D90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5BDA1-88B8-2A31-6195-CE1C034E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24815-BEB9-F8E3-2F56-D2FF0B86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6221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37195C-BC8B-E339-7DFA-127F5C53D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F732C-E54C-58CB-744D-9212EDD4A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7F6D-A542-24AF-55B7-91442A511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1957B-D7FF-F233-3945-047DBD1C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1C313-42C8-6B42-88CB-FCB4E657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7686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3F0FE5-431D-7383-36C8-FBDE686E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766A6-4DFB-183B-3844-F4F668242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6AFDC-B7D6-D224-DCA8-4A3F74E16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79C8A-365A-E544-ADE8-646EBAAB3250}" type="datetimeFigureOut">
              <a:rPr lang="en-KR" smtClean="0"/>
              <a:t>2/7/26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A79C7-7869-794A-B87B-A74DC7BBD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543BA-1428-6CCF-BF33-6A59287A6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7AB2E-1F31-E443-AC32-FFBFC2AE0D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6847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C620399-7783-FE18-AEB9-829EDA627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775"/>
            <a:ext cx="12192000" cy="58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DDD332-E4A9-CB93-3249-6833F2E34028}"/>
              </a:ext>
            </a:extLst>
          </p:cNvPr>
          <p:cNvSpPr/>
          <p:nvPr/>
        </p:nvSpPr>
        <p:spPr>
          <a:xfrm>
            <a:off x="5522026" y="748145"/>
            <a:ext cx="95003" cy="21850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D7774C-F874-8D8B-24A6-9FD586B87D50}"/>
              </a:ext>
            </a:extLst>
          </p:cNvPr>
          <p:cNvSpPr/>
          <p:nvPr/>
        </p:nvSpPr>
        <p:spPr>
          <a:xfrm rot="5400000">
            <a:off x="6216731" y="100940"/>
            <a:ext cx="154380" cy="14487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15107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 Hyuk Dr. Jung</dc:creator>
  <cp:lastModifiedBy>Jin Hyuk Dr. Jung</cp:lastModifiedBy>
  <cp:revision>1</cp:revision>
  <dcterms:created xsi:type="dcterms:W3CDTF">2026-02-07T00:39:10Z</dcterms:created>
  <dcterms:modified xsi:type="dcterms:W3CDTF">2026-02-07T00:42:19Z</dcterms:modified>
</cp:coreProperties>
</file>